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9150"/>
            <a:ext cx="10693400" cy="5924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4250"/>
            <a:ext cx="10693400" cy="558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7850"/>
            <a:ext cx="106934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0100"/>
            <a:ext cx="10693400" cy="5956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6000"/>
            <a:ext cx="10693400" cy="5524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2800"/>
            <a:ext cx="10693400" cy="5930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0600"/>
            <a:ext cx="10693400" cy="5575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4100"/>
            <a:ext cx="10693400" cy="5448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2200"/>
            <a:ext cx="10693400" cy="5372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" y="0"/>
            <a:ext cx="10363200" cy="7562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3300"/>
            <a:ext cx="10693400" cy="5549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